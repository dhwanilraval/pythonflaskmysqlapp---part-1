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Zephyr Collector — Architecture &amp; Use Cases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on a Linux VM runs config-driven policies daily to capture base image, TSS, and runtime data — feeding three use cases.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 HOST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743200" cy="2697480"/>
          </a:xfrm>
          <a:prstGeom prst="rect">
            <a:avLst/>
          </a:prstGeom>
          <a:solidFill>
            <a:srgbClr val="F4F7FB"/>
          </a:solidFill>
          <a:ln w="15875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49961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VM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2377440" cy="9601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88900" dist="25400" dir="5400000">
              <a:srgbClr val="1E293B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6384" y="197510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Zephyr Collector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86384" y="23042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· runs policies daily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40080" y="2971800"/>
            <a:ext cx="23774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971800"/>
            <a:ext cx="82296" cy="91440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310896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 Config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4672" y="341985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set of Policies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0" y="114300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COLLECTION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0" y="1463040"/>
            <a:ext cx="26517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0" y="1463040"/>
            <a:ext cx="82296" cy="96012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0" y="1600200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Image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840480" y="1920240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image baseline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0" y="2606040"/>
            <a:ext cx="26517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0" y="2606040"/>
            <a:ext cx="82296" cy="96012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0" y="2743200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TSS Config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840480" y="3063240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standard config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0" y="3749040"/>
            <a:ext cx="26517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0" y="3749040"/>
            <a:ext cx="82296" cy="96012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5" name="Text 23"/>
          <p:cNvSpPr/>
          <p:nvPr/>
        </p:nvSpPr>
        <p:spPr>
          <a:xfrm>
            <a:off x="3840480" y="3886200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840480" y="4206240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(ps -ef) + versions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858000" y="1143000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858000" y="1463040"/>
            <a:ext cx="4846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58000" y="1463040"/>
            <a:ext cx="91440" cy="13716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0" name="Shape 28"/>
          <p:cNvSpPr/>
          <p:nvPr/>
        </p:nvSpPr>
        <p:spPr>
          <a:xfrm>
            <a:off x="7022592" y="1591056"/>
            <a:ext cx="402336" cy="402336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1" name="Text 29"/>
          <p:cNvSpPr/>
          <p:nvPr/>
        </p:nvSpPr>
        <p:spPr>
          <a:xfrm>
            <a:off x="7022592" y="15910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534656" y="159105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Drift Detection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7040880" y="1993392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collected config against TSS + Base Image; flag any deviation.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0149840" y="1609344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2B6CB0"/>
          </a:solidFill>
          <a:ln/>
        </p:spPr>
      </p:sp>
      <p:sp>
        <p:nvSpPr>
          <p:cNvPr id="35" name="Text 33"/>
          <p:cNvSpPr/>
          <p:nvPr/>
        </p:nvSpPr>
        <p:spPr>
          <a:xfrm>
            <a:off x="10149840" y="160934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FOCUS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040880" y="2423160"/>
            <a:ext cx="1554480" cy="329184"/>
          </a:xfrm>
          <a:prstGeom prst="roundRect">
            <a:avLst>
              <a:gd name="adj" fmla="val 13889"/>
            </a:avLst>
          </a:prstGeom>
          <a:solidFill>
            <a:srgbClr val="C2700A"/>
          </a:solidFill>
          <a:ln/>
        </p:spPr>
      </p:sp>
      <p:sp>
        <p:nvSpPr>
          <p:cNvPr id="37" name="Text 35"/>
          <p:cNvSpPr/>
          <p:nvPr/>
        </p:nvSpPr>
        <p:spPr>
          <a:xfrm>
            <a:off x="7077456" y="2423160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Config drift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858000" y="2971800"/>
            <a:ext cx="4846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858000" y="2971800"/>
            <a:ext cx="91440" cy="137160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40" name="Shape 38"/>
          <p:cNvSpPr/>
          <p:nvPr/>
        </p:nvSpPr>
        <p:spPr>
          <a:xfrm>
            <a:off x="7022592" y="3099816"/>
            <a:ext cx="402336" cy="402336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41" name="Text 39"/>
          <p:cNvSpPr/>
          <p:nvPr/>
        </p:nvSpPr>
        <p:spPr>
          <a:xfrm>
            <a:off x="7022592" y="30998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7534656" y="309981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Reconciliation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7040880" y="3502152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 detected changes with ServiceNow CRs; an LLM assists matching.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040880" y="3931920"/>
            <a:ext cx="2240280" cy="329184"/>
          </a:xfrm>
          <a:prstGeom prst="roundRect">
            <a:avLst>
              <a:gd name="adj" fmla="val 13889"/>
            </a:avLst>
          </a:prstGeom>
          <a:solidFill>
            <a:srgbClr val="047857"/>
          </a:solidFill>
          <a:ln/>
        </p:spPr>
      </p:sp>
      <p:sp>
        <p:nvSpPr>
          <p:cNvPr id="45" name="Text 43"/>
          <p:cNvSpPr/>
          <p:nvPr/>
        </p:nvSpPr>
        <p:spPr>
          <a:xfrm>
            <a:off x="7077456" y="3931920"/>
            <a:ext cx="2167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CR found → authorized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9372600" y="3931920"/>
            <a:ext cx="2148840" cy="329184"/>
          </a:xfrm>
          <a:prstGeom prst="roundRect">
            <a:avLst>
              <a:gd name="adj" fmla="val 13889"/>
            </a:avLst>
          </a:prstGeom>
          <a:solidFill>
            <a:srgbClr val="C2700A"/>
          </a:solidFill>
          <a:ln/>
        </p:spPr>
      </p:sp>
      <p:sp>
        <p:nvSpPr>
          <p:cNvPr id="47" name="Text 45"/>
          <p:cNvSpPr/>
          <p:nvPr/>
        </p:nvSpPr>
        <p:spPr>
          <a:xfrm>
            <a:off x="9409176" y="3931920"/>
            <a:ext cx="2075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No CR → unknown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858000" y="4480560"/>
            <a:ext cx="4846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858000" y="4480560"/>
            <a:ext cx="91440" cy="13716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50" name="Shape 48"/>
          <p:cNvSpPr/>
          <p:nvPr/>
        </p:nvSpPr>
        <p:spPr>
          <a:xfrm>
            <a:off x="7022592" y="4608576"/>
            <a:ext cx="402336" cy="402336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51" name="Text 49"/>
          <p:cNvSpPr/>
          <p:nvPr/>
        </p:nvSpPr>
        <p:spPr>
          <a:xfrm>
            <a:off x="7022592" y="46085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7534656" y="460857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Identification</a:t>
            </a:r>
            <a:endParaRPr lang="en-US" sz="1350" dirty="0"/>
          </a:p>
        </p:txBody>
      </p:sp>
      <p:sp>
        <p:nvSpPr>
          <p:cNvPr id="53" name="Text 51"/>
          <p:cNvSpPr/>
          <p:nvPr/>
        </p:nvSpPr>
        <p:spPr>
          <a:xfrm>
            <a:off x="7040880" y="5010912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running processes + versions to known CVEs via LLM (by patch level).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040880" y="5440680"/>
            <a:ext cx="2194560" cy="329184"/>
          </a:xfrm>
          <a:prstGeom prst="roundRect">
            <a:avLst>
              <a:gd name="adj" fmla="val 13889"/>
            </a:avLst>
          </a:prstGeom>
          <a:solidFill>
            <a:srgbClr val="C2700A"/>
          </a:solidFill>
          <a:ln/>
        </p:spPr>
      </p:sp>
      <p:sp>
        <p:nvSpPr>
          <p:cNvPr id="55" name="Text 53"/>
          <p:cNvSpPr/>
          <p:nvPr/>
        </p:nvSpPr>
        <p:spPr>
          <a:xfrm>
            <a:off x="7077456" y="5440680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Vulnerable patch level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200400" y="2743200"/>
            <a:ext cx="228600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429000" y="1943100"/>
            <a:ext cx="0" cy="228600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429000" y="1943100"/>
            <a:ext cx="228600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3429000" y="3086100"/>
            <a:ext cx="228600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3429000" y="4229100"/>
            <a:ext cx="228600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61" name="Text 59"/>
          <p:cNvSpPr/>
          <p:nvPr/>
        </p:nvSpPr>
        <p:spPr>
          <a:xfrm>
            <a:off x="3154680" y="246888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309360" y="3086100"/>
            <a:ext cx="274320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583680" y="2148840"/>
            <a:ext cx="0" cy="301752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583680" y="2148840"/>
            <a:ext cx="274320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6583680" y="3657600"/>
            <a:ext cx="274320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6583680" y="5166360"/>
            <a:ext cx="274320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67" name="Text 65"/>
          <p:cNvSpPr/>
          <p:nvPr/>
        </p:nvSpPr>
        <p:spPr>
          <a:xfrm>
            <a:off x="6291072" y="28117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Zephyr Collector Architecture</dc:title>
  <dc:subject>PptxGenJS Presentation</dc:subject>
  <dc:creator>Dhwanil</dc:creator>
  <cp:lastModifiedBy>Dhwanil</cp:lastModifiedBy>
  <cp:revision>1</cp:revision>
  <dcterms:created xsi:type="dcterms:W3CDTF">2026-06-05T18:39:43Z</dcterms:created>
  <dcterms:modified xsi:type="dcterms:W3CDTF">2026-06-05T18:39:43Z</dcterms:modified>
</cp:coreProperties>
</file>